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573" y="1663154"/>
            <a:ext cx="642270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Exercise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301901" y="2749004"/>
            <a:ext cx="2539901" cy="101501"/>
          </a:xfrm>
          <a:prstGeom prst="rect">
            <a:avLst/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60573" y="3231505"/>
            <a:ext cx="642270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Your Health, One Workout at a Time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8625" y="381000"/>
            <a:ext cx="0" cy="4381500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4200" y="1195239"/>
            <a:ext cx="741626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12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Benefits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84200" y="2100114"/>
            <a:ext cx="7270849" cy="223480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 Health: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Strengthens heart and improves circulation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Management: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Burns calories and builds muscle mass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Density: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risk of osteoporosis and fractures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System: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Boosts natural defenses against illness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Levels: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Increases stamina and reduces fatigue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28625" y="381000"/>
            <a:ext cx="0" cy="4381500"/>
          </a:xfrm>
          <a:prstGeom prst="line">
            <a:avLst/>
          </a:prstGeom>
          <a:noFill/>
          <a:ln w="95250">
            <a:solidFill>
              <a:srgbClr val="4E9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4200" y="1195239"/>
            <a:ext cx="741626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12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&amp; Long-term Benefits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84200" y="2100114"/>
            <a:ext cx="7270849" cy="223480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Reduces stress, anxiety, and depression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Function: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Improves memory and brain health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Quality: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Promotes better rest and recovery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Extends lifespan and improves quality of life</a:t>
            </a:r>
            <a:endParaRPr lang="en-US" sz="1600" dirty="0"/>
          </a:p>
          <a:p>
            <a:pPr algn="l" marL="127000" indent="-127000">
              <a:lnSpc>
                <a:spcPts val="256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Prevention:</a:t>
            </a:r>
            <a:pPr algn="l" indent="0" marL="0">
              <a:lnSpc>
                <a:spcPts val="256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Lowers risk of chronic conditions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of Exercise</dc:title>
  <dc:subject>PptxGenJS Presentation</dc:subject>
  <dc:creator>Exercise Benefits Presentation</dc:creator>
  <cp:lastModifiedBy>Exercise Benefits Presentation</cp:lastModifiedBy>
  <cp:revision>1</cp:revision>
  <dcterms:created xsi:type="dcterms:W3CDTF">2026-01-22T16:08:32Z</dcterms:created>
  <dcterms:modified xsi:type="dcterms:W3CDTF">2026-01-22T16:08:32Z</dcterms:modified>
</cp:coreProperties>
</file>